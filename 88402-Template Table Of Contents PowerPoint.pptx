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6BE56-9987-478E-89EF-E9D443C3B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D1F2DC-8414-4946-9850-54E21E909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46C5C-0759-4AE0-BF6A-6962509DF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9BE9C-1396-4EB2-A0D3-537FD88A28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9800A-0CB6-4BB0-B663-204EC21BF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1BC4E-9D2A-4E96-B0F5-0DDD97DB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47CE-F29D-4ED1-B5C8-A26F3AD4A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29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51D85-A5DE-46D7-A811-9F0BADBD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50A03-7E18-45C2-8051-08F38EFDA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4634A-005E-402F-9665-AABAAA2D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9BE9C-1396-4EB2-A0D3-537FD88A28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DD4C5-77B6-4156-9FEF-5D4DB0A2F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61D5A-A75F-4CF6-97B4-493B550D3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47CE-F29D-4ED1-B5C8-A26F3AD4A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86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CDA74-C361-4A7D-B8C1-1072B5F64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91341-7DD6-424D-AEBB-D0C5B5BBB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71C9B-3E44-47EC-AA6E-AE7E6623F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9BE9C-1396-4EB2-A0D3-537FD88A28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F017B-A577-40E0-96F0-D86937A9A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CE587-4EB1-4C84-AF27-05F65C571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47CE-F29D-4ED1-B5C8-A26F3AD4A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6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9B3E9-E973-4A32-9688-65DD0969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AF195-E60F-4DBD-BF32-F2468A329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0A546-7E34-425F-937C-C7CF77E09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30E00-6ACC-450C-A9FE-F3B2D0CAE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9BE9C-1396-4EB2-A0D3-537FD88A28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04D6F-304B-4918-AA56-DEA5CE89B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0D8EF-5E1B-4A2A-B667-D6E7F1B5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47CE-F29D-4ED1-B5C8-A26F3AD4A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11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15027-111A-4C48-BA89-920A5F4B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1621A-15B8-4A88-9DAB-6D46DBFDA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F93E9-11DA-4593-9301-B7EF56918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5CE87F-B37F-49FC-BC58-B9755B7AD3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3068F1-E75E-4D86-830D-320D22133D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6F354-ED03-4F36-A306-989F9F65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9BE9C-1396-4EB2-A0D3-537FD88A28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AC8CC7-79CD-42EA-A10E-AC42561E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BC661A-4EAA-438C-AAF8-77ED5BC31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47CE-F29D-4ED1-B5C8-A26F3AD4A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34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62A46-D709-4B91-A88C-496435AE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731840-F272-4144-8085-A1AB86DA1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9BE9C-1396-4EB2-A0D3-537FD88A28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BC2D7C-56BE-4185-9F35-EEE91AE47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8A641-C0DA-4E17-9E98-391C5954C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47CE-F29D-4ED1-B5C8-A26F3AD4A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72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BAD0BA-7532-4821-86BA-BC2D33F09A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57650" y="0"/>
            <a:ext cx="6334351" cy="6858000"/>
          </a:xfrm>
          <a:custGeom>
            <a:avLst/>
            <a:gdLst>
              <a:gd name="connsiteX0" fmla="*/ 0 w 6334351"/>
              <a:gd name="connsiteY0" fmla="*/ 0 h 6858000"/>
              <a:gd name="connsiteX1" fmla="*/ 6334351 w 6334351"/>
              <a:gd name="connsiteY1" fmla="*/ 0 h 6858000"/>
              <a:gd name="connsiteX2" fmla="*/ 6334351 w 6334351"/>
              <a:gd name="connsiteY2" fmla="*/ 6858000 h 6858000"/>
              <a:gd name="connsiteX3" fmla="*/ 0 w 633435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34351" h="6858000">
                <a:moveTo>
                  <a:pt x="0" y="0"/>
                </a:moveTo>
                <a:lnTo>
                  <a:pt x="6334351" y="0"/>
                </a:lnTo>
                <a:lnTo>
                  <a:pt x="633435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5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1FEBF-740F-4129-BFA0-BF58EE676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791B8-6D6A-493E-8960-64DE1449F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AF157-23B0-4521-9D25-7C25D9209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24519-E4B5-4819-8E31-A1C485232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9BE9C-1396-4EB2-A0D3-537FD88A28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F3E38-7124-4F6A-9504-A0EAAC1F7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5C7BF-D5E6-4D63-999C-BB5FBC24E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47CE-F29D-4ED1-B5C8-A26F3AD4A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980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E26C1-2382-4E40-893E-5EA78441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F65412-3594-4B9F-9B83-E8D633CF0D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09629-0179-4D43-9D68-6674CD8D1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32D63-CB6E-4B77-AC0F-031266909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9BE9C-1396-4EB2-A0D3-537FD88A28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7533B-35D4-48A8-AF36-F8751667B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46419-0001-41F8-BC64-9D3BAE1C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47CE-F29D-4ED1-B5C8-A26F3AD4A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455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145B3-C7D9-4773-803A-751B1366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E8C29-49D0-4255-B232-A4F0763DA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9AE3E-9A97-4935-91D6-EBBA58F1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9BE9C-1396-4EB2-A0D3-537FD88A28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713B5-F1D0-457A-BD8D-CB26A744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1150B-DE93-4A63-A980-72D93DF3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47CE-F29D-4ED1-B5C8-A26F3AD4A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90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D3183-DAB3-4D42-B71C-681353A2C9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448B7-8E58-49EE-A551-9DCCE0F1F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B0088-693D-4EB2-843A-4583DDAE6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9BE9C-1396-4EB2-A0D3-537FD88A28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61678-AC1E-4D62-B6E4-73A033E6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2BDEC-41AD-472C-A053-A9DE8B90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F47CE-F29D-4ED1-B5C8-A26F3AD4A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95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AA4874-A980-4287-9AB5-A0ADF665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9A3DF-5544-401E-93EC-81250817B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E72D8-F97D-4E6A-8170-FF792C89DF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9BE9C-1396-4EB2-A0D3-537FD88A286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4E5C6-78CB-42A0-A54C-34748F0D8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56818-D5FC-4542-BC66-B79561956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F47CE-F29D-4ED1-B5C8-A26F3AD4A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13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1C528CDC-3437-4213-A754-E1FAB9E006F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0" r="40700"/>
          <a:stretch/>
        </p:blipFill>
        <p:spPr>
          <a:xfrm>
            <a:off x="5857875" y="0"/>
            <a:ext cx="6334125" cy="6858000"/>
          </a:xfr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049C258-7716-4E26-A388-F2B26A70EE0B}"/>
              </a:ext>
            </a:extLst>
          </p:cNvPr>
          <p:cNvSpPr/>
          <p:nvPr/>
        </p:nvSpPr>
        <p:spPr>
          <a:xfrm>
            <a:off x="5865091" y="0"/>
            <a:ext cx="6326909" cy="6857999"/>
          </a:xfrm>
          <a:prstGeom prst="rect">
            <a:avLst/>
          </a:prstGeom>
          <a:solidFill>
            <a:srgbClr val="2F4858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3DF535-27E7-4F95-BB7A-97FE10B06475}"/>
              </a:ext>
            </a:extLst>
          </p:cNvPr>
          <p:cNvSpPr/>
          <p:nvPr/>
        </p:nvSpPr>
        <p:spPr>
          <a:xfrm rot="5400000">
            <a:off x="0" y="0"/>
            <a:ext cx="1055528" cy="1055528"/>
          </a:xfrm>
          <a:custGeom>
            <a:avLst/>
            <a:gdLst>
              <a:gd name="connsiteX0" fmla="*/ 0 w 1492249"/>
              <a:gd name="connsiteY0" fmla="*/ 738191 h 1492249"/>
              <a:gd name="connsiteX1" fmla="*/ 0 w 1492249"/>
              <a:gd name="connsiteY1" fmla="*/ 0 h 1492249"/>
              <a:gd name="connsiteX2" fmla="*/ 754058 w 1492249"/>
              <a:gd name="connsiteY2" fmla="*/ 0 h 1492249"/>
              <a:gd name="connsiteX3" fmla="*/ 1492249 w 1492249"/>
              <a:gd name="connsiteY3" fmla="*/ 0 h 1492249"/>
              <a:gd name="connsiteX4" fmla="*/ 1492249 w 1492249"/>
              <a:gd name="connsiteY4" fmla="*/ 738191 h 1492249"/>
              <a:gd name="connsiteX5" fmla="*/ 1492249 w 1492249"/>
              <a:gd name="connsiteY5" fmla="*/ 1492249 h 1492249"/>
              <a:gd name="connsiteX6" fmla="*/ 754058 w 1492249"/>
              <a:gd name="connsiteY6" fmla="*/ 1492249 h 1492249"/>
              <a:gd name="connsiteX7" fmla="*/ 754058 w 1492249"/>
              <a:gd name="connsiteY7" fmla="*/ 738191 h 149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92249" h="1492249">
                <a:moveTo>
                  <a:pt x="0" y="738191"/>
                </a:moveTo>
                <a:lnTo>
                  <a:pt x="0" y="0"/>
                </a:lnTo>
                <a:lnTo>
                  <a:pt x="754058" y="0"/>
                </a:lnTo>
                <a:lnTo>
                  <a:pt x="1492249" y="0"/>
                </a:lnTo>
                <a:lnTo>
                  <a:pt x="1492249" y="738191"/>
                </a:lnTo>
                <a:lnTo>
                  <a:pt x="1492249" y="1492249"/>
                </a:lnTo>
                <a:lnTo>
                  <a:pt x="754058" y="1492249"/>
                </a:lnTo>
                <a:lnTo>
                  <a:pt x="754058" y="738191"/>
                </a:lnTo>
                <a:close/>
              </a:path>
            </a:pathLst>
          </a:custGeom>
          <a:gradFill flip="none" rotWithShape="1">
            <a:gsLst>
              <a:gs pos="0">
                <a:srgbClr val="EF314C"/>
              </a:gs>
              <a:gs pos="100000">
                <a:srgbClr val="FB6F18"/>
              </a:gs>
            </a:gsLst>
            <a:lin ang="9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3C25C015-BFA8-4975-9EA1-E529151CC4FA}"/>
              </a:ext>
            </a:extLst>
          </p:cNvPr>
          <p:cNvGrpSpPr/>
          <p:nvPr/>
        </p:nvGrpSpPr>
        <p:grpSpPr>
          <a:xfrm>
            <a:off x="5602981" y="155576"/>
            <a:ext cx="5803927" cy="6546849"/>
            <a:chOff x="5602981" y="155576"/>
            <a:chExt cx="5803927" cy="6546849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EACA03A3-CD9B-4040-A1AE-F23AB743C65B}"/>
                </a:ext>
              </a:extLst>
            </p:cNvPr>
            <p:cNvGrpSpPr/>
            <p:nvPr/>
          </p:nvGrpSpPr>
          <p:grpSpPr>
            <a:xfrm>
              <a:off x="5602981" y="155576"/>
              <a:ext cx="5416000" cy="542604"/>
              <a:chOff x="5602981" y="155576"/>
              <a:chExt cx="5416000" cy="542604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89145F9F-7105-48AA-BE3F-D895B069570F}"/>
                  </a:ext>
                </a:extLst>
              </p:cNvPr>
              <p:cNvGrpSpPr/>
              <p:nvPr/>
            </p:nvGrpSpPr>
            <p:grpSpPr>
              <a:xfrm>
                <a:off x="5602981" y="155576"/>
                <a:ext cx="542605" cy="542604"/>
                <a:chOff x="5602981" y="155576"/>
                <a:chExt cx="542605" cy="542604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7028D8D6-105E-4979-98C6-745B7F47CCC8}"/>
                    </a:ext>
                  </a:extLst>
                </p:cNvPr>
                <p:cNvSpPr/>
                <p:nvPr/>
              </p:nvSpPr>
              <p:spPr>
                <a:xfrm>
                  <a:off x="5602981" y="155576"/>
                  <a:ext cx="542605" cy="542604"/>
                </a:xfrm>
                <a:prstGeom prst="ellipse">
                  <a:avLst/>
                </a:prstGeom>
                <a:solidFill>
                  <a:schemeClr val="bg1"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BA6FD31C-E59D-41EE-9C4E-DB31DF002E22}"/>
                    </a:ext>
                  </a:extLst>
                </p:cNvPr>
                <p:cNvSpPr/>
                <p:nvPr/>
              </p:nvSpPr>
              <p:spPr>
                <a:xfrm>
                  <a:off x="5678679" y="231274"/>
                  <a:ext cx="391209" cy="391208"/>
                </a:xfrm>
                <a:prstGeom prst="ellipse">
                  <a:avLst/>
                </a:prstGeom>
                <a:solidFill>
                  <a:srgbClr val="FB6F18"/>
                </a:solidFill>
                <a:ln>
                  <a:noFill/>
                </a:ln>
                <a:effectLst>
                  <a:outerShdw blurRad="215900" dist="25400" dir="5400000" sx="97000" sy="97000" algn="t" rotWithShape="0">
                    <a:prstClr val="black">
                      <a:alpha val="3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0A62EF8-D1D9-4B19-A862-CE85702768A4}"/>
                    </a:ext>
                  </a:extLst>
                </p:cNvPr>
                <p:cNvSpPr txBox="1"/>
                <p:nvPr/>
              </p:nvSpPr>
              <p:spPr>
                <a:xfrm>
                  <a:off x="5664931" y="257601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  <a:latin typeface="Calibri (Headings)"/>
                    </a:rPr>
                    <a:t>01</a:t>
                  </a:r>
                  <a:endParaRPr lang="en-IN" dirty="0">
                    <a:solidFill>
                      <a:schemeClr val="bg1"/>
                    </a:solidFill>
                    <a:latin typeface="Calibri (Headings)"/>
                  </a:endParaRPr>
                </a:p>
              </p:txBody>
            </p:sp>
          </p:grp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19DEC0-E87F-4DB9-A675-73AE77FDA24A}"/>
                  </a:ext>
                </a:extLst>
              </p:cNvPr>
              <p:cNvSpPr txBox="1"/>
              <p:nvPr/>
            </p:nvSpPr>
            <p:spPr>
              <a:xfrm>
                <a:off x="6315721" y="251446"/>
                <a:ext cx="4703260" cy="3508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9170">
                  <a:spcBef>
                    <a:spcPct val="20000"/>
                  </a:spcBef>
                  <a:defRPr/>
                </a:pPr>
                <a:r>
                  <a:rPr lang="en-US" b="1" dirty="0">
                    <a:solidFill>
                      <a:schemeClr val="bg1"/>
                    </a:solidFill>
                    <a:latin typeface="Calibri (Headings)"/>
                  </a:rPr>
                  <a:t>Introduction To The Topic </a:t>
                </a:r>
              </a:p>
              <a:p>
                <a:pPr defTabSz="1219170">
                  <a:spcBef>
                    <a:spcPct val="20000"/>
                  </a:spcBef>
                  <a:defRPr/>
                </a:pPr>
                <a:endParaRPr lang="en-US" sz="400" b="1" dirty="0">
                  <a:solidFill>
                    <a:schemeClr val="bg1"/>
                  </a:solidFill>
                  <a:latin typeface="Calibri (Headings)"/>
                </a:endParaRP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39BD9E77-8E21-4B8B-8C3F-2C049DDD1703}"/>
                </a:ext>
              </a:extLst>
            </p:cNvPr>
            <p:cNvGrpSpPr/>
            <p:nvPr/>
          </p:nvGrpSpPr>
          <p:grpSpPr>
            <a:xfrm>
              <a:off x="5602981" y="906107"/>
              <a:ext cx="5416000" cy="542604"/>
              <a:chOff x="5602981" y="906107"/>
              <a:chExt cx="5416000" cy="542604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38478564-973E-4535-849F-4D5D6042A8E1}"/>
                  </a:ext>
                </a:extLst>
              </p:cNvPr>
              <p:cNvGrpSpPr/>
              <p:nvPr/>
            </p:nvGrpSpPr>
            <p:grpSpPr>
              <a:xfrm>
                <a:off x="5602981" y="906107"/>
                <a:ext cx="542605" cy="542604"/>
                <a:chOff x="5602981" y="906107"/>
                <a:chExt cx="542605" cy="542604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722AD6DD-3E35-4C93-9B79-3C6783AF6089}"/>
                    </a:ext>
                  </a:extLst>
                </p:cNvPr>
                <p:cNvSpPr/>
                <p:nvPr/>
              </p:nvSpPr>
              <p:spPr>
                <a:xfrm>
                  <a:off x="5602981" y="906107"/>
                  <a:ext cx="542605" cy="542604"/>
                </a:xfrm>
                <a:prstGeom prst="ellipse">
                  <a:avLst/>
                </a:prstGeom>
                <a:solidFill>
                  <a:schemeClr val="bg1"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311D3070-E5DC-4992-B89E-04EC22C91EFA}"/>
                    </a:ext>
                  </a:extLst>
                </p:cNvPr>
                <p:cNvSpPr/>
                <p:nvPr/>
              </p:nvSpPr>
              <p:spPr>
                <a:xfrm>
                  <a:off x="5678679" y="981805"/>
                  <a:ext cx="391209" cy="391208"/>
                </a:xfrm>
                <a:prstGeom prst="ellipse">
                  <a:avLst/>
                </a:prstGeom>
                <a:solidFill>
                  <a:srgbClr val="F14961"/>
                </a:solidFill>
                <a:ln>
                  <a:noFill/>
                </a:ln>
                <a:effectLst>
                  <a:outerShdw blurRad="215900" dist="25400" dir="5400000" sx="97000" sy="97000" algn="t" rotWithShape="0">
                    <a:prstClr val="black">
                      <a:alpha val="3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2630FB3C-73C9-4811-B6D9-4EA8CDC0845D}"/>
                    </a:ext>
                  </a:extLst>
                </p:cNvPr>
                <p:cNvSpPr txBox="1"/>
                <p:nvPr/>
              </p:nvSpPr>
              <p:spPr>
                <a:xfrm>
                  <a:off x="5664931" y="1008132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  <a:latin typeface="Calibri (Headings)"/>
                    </a:rPr>
                    <a:t>02</a:t>
                  </a:r>
                  <a:endParaRPr lang="en-IN" dirty="0">
                    <a:solidFill>
                      <a:schemeClr val="bg1"/>
                    </a:solidFill>
                    <a:latin typeface="Calibri (Headings)"/>
                  </a:endParaRPr>
                </a:p>
              </p:txBody>
            </p:sp>
          </p:grp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B80C9AD-AEF7-465D-B033-CD6964D1542E}"/>
                  </a:ext>
                </a:extLst>
              </p:cNvPr>
              <p:cNvSpPr txBox="1"/>
              <p:nvPr/>
            </p:nvSpPr>
            <p:spPr>
              <a:xfrm>
                <a:off x="6315721" y="1001977"/>
                <a:ext cx="4703260" cy="3508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9170">
                  <a:spcBef>
                    <a:spcPct val="20000"/>
                  </a:spcBef>
                  <a:defRPr/>
                </a:pPr>
                <a:r>
                  <a:rPr lang="en-US" b="1" dirty="0">
                    <a:solidFill>
                      <a:schemeClr val="bg1"/>
                    </a:solidFill>
                    <a:latin typeface="Calibri (Headings)"/>
                  </a:rPr>
                  <a:t>Basics of training </a:t>
                </a:r>
              </a:p>
              <a:p>
                <a:pPr defTabSz="1219170">
                  <a:spcBef>
                    <a:spcPct val="20000"/>
                  </a:spcBef>
                  <a:defRPr/>
                </a:pPr>
                <a:endParaRPr lang="en-US" sz="400" b="1" dirty="0">
                  <a:solidFill>
                    <a:schemeClr val="bg1"/>
                  </a:solidFill>
                  <a:latin typeface="Calibri (Headings)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87D152D5-74FD-494C-A4D1-BE41D6803066}"/>
                </a:ext>
              </a:extLst>
            </p:cNvPr>
            <p:cNvGrpSpPr/>
            <p:nvPr/>
          </p:nvGrpSpPr>
          <p:grpSpPr>
            <a:xfrm>
              <a:off x="5602981" y="1656638"/>
              <a:ext cx="5803927" cy="542604"/>
              <a:chOff x="5602981" y="1656638"/>
              <a:chExt cx="5803927" cy="542604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F6CB64C9-DF90-49DB-AFA1-89504DBBF1E9}"/>
                  </a:ext>
                </a:extLst>
              </p:cNvPr>
              <p:cNvGrpSpPr/>
              <p:nvPr/>
            </p:nvGrpSpPr>
            <p:grpSpPr>
              <a:xfrm>
                <a:off x="5602981" y="1656638"/>
                <a:ext cx="542605" cy="542604"/>
                <a:chOff x="5602981" y="1656638"/>
                <a:chExt cx="542605" cy="542604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A2F5D84E-2E6A-4D30-9EE9-6E8DCC666CB9}"/>
                    </a:ext>
                  </a:extLst>
                </p:cNvPr>
                <p:cNvSpPr/>
                <p:nvPr/>
              </p:nvSpPr>
              <p:spPr>
                <a:xfrm>
                  <a:off x="5602981" y="1656638"/>
                  <a:ext cx="542605" cy="542604"/>
                </a:xfrm>
                <a:prstGeom prst="ellipse">
                  <a:avLst/>
                </a:prstGeom>
                <a:solidFill>
                  <a:schemeClr val="bg1"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C503A473-6892-4693-9C0D-B1B97608126C}"/>
                    </a:ext>
                  </a:extLst>
                </p:cNvPr>
                <p:cNvSpPr/>
                <p:nvPr/>
              </p:nvSpPr>
              <p:spPr>
                <a:xfrm>
                  <a:off x="5678679" y="1732336"/>
                  <a:ext cx="391209" cy="391208"/>
                </a:xfrm>
                <a:prstGeom prst="ellipse">
                  <a:avLst/>
                </a:prstGeom>
                <a:solidFill>
                  <a:srgbClr val="C14A8B"/>
                </a:solidFill>
                <a:ln>
                  <a:noFill/>
                </a:ln>
                <a:effectLst>
                  <a:outerShdw blurRad="215900" dist="25400" dir="5400000" sx="97000" sy="97000" algn="t" rotWithShape="0">
                    <a:prstClr val="black">
                      <a:alpha val="3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D856DCF-833F-46F9-ACFF-A7675A1926C2}"/>
                    </a:ext>
                  </a:extLst>
                </p:cNvPr>
                <p:cNvSpPr txBox="1"/>
                <p:nvPr/>
              </p:nvSpPr>
              <p:spPr>
                <a:xfrm>
                  <a:off x="5664931" y="1758663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  <a:latin typeface="Calibri (Headings)"/>
                    </a:rPr>
                    <a:t>03</a:t>
                  </a:r>
                  <a:endParaRPr lang="en-IN" dirty="0">
                    <a:solidFill>
                      <a:schemeClr val="bg1"/>
                    </a:solidFill>
                    <a:latin typeface="Calibri (Headings)"/>
                  </a:endParaRPr>
                </a:p>
              </p:txBody>
            </p:sp>
          </p:grp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C014462-98F4-42C2-809B-59332D8EA851}"/>
                  </a:ext>
                </a:extLst>
              </p:cNvPr>
              <p:cNvSpPr txBox="1"/>
              <p:nvPr/>
            </p:nvSpPr>
            <p:spPr>
              <a:xfrm>
                <a:off x="6315721" y="1752508"/>
                <a:ext cx="5091187" cy="3508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9170">
                  <a:spcBef>
                    <a:spcPct val="20000"/>
                  </a:spcBef>
                  <a:defRPr/>
                </a:pPr>
                <a:r>
                  <a:rPr lang="en-US" b="1" dirty="0">
                    <a:solidFill>
                      <a:schemeClr val="bg1"/>
                    </a:solidFill>
                    <a:latin typeface="Calibri (Headings)"/>
                  </a:rPr>
                  <a:t>Technique used in industrial training (one or more )</a:t>
                </a:r>
              </a:p>
              <a:p>
                <a:pPr defTabSz="1219170">
                  <a:spcBef>
                    <a:spcPct val="20000"/>
                  </a:spcBef>
                  <a:defRPr/>
                </a:pPr>
                <a:endParaRPr lang="en-US" sz="400" b="1" dirty="0">
                  <a:solidFill>
                    <a:schemeClr val="bg1"/>
                  </a:solidFill>
                  <a:latin typeface="Calibri (Headings)"/>
                </a:endParaRP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2F6399A7-0D10-4F92-9016-5A8E588D86CF}"/>
                </a:ext>
              </a:extLst>
            </p:cNvPr>
            <p:cNvGrpSpPr/>
            <p:nvPr/>
          </p:nvGrpSpPr>
          <p:grpSpPr>
            <a:xfrm>
              <a:off x="5602981" y="2407169"/>
              <a:ext cx="5416000" cy="542604"/>
              <a:chOff x="5602981" y="2407169"/>
              <a:chExt cx="5416000" cy="542604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BA402B08-FA29-44AC-A62B-2003185D1AB0}"/>
                  </a:ext>
                </a:extLst>
              </p:cNvPr>
              <p:cNvGrpSpPr/>
              <p:nvPr/>
            </p:nvGrpSpPr>
            <p:grpSpPr>
              <a:xfrm>
                <a:off x="5602981" y="2407169"/>
                <a:ext cx="542605" cy="542604"/>
                <a:chOff x="5602981" y="2407169"/>
                <a:chExt cx="542605" cy="542604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BFA3A42A-2DE2-4A6A-8A1C-0E253CDFE371}"/>
                    </a:ext>
                  </a:extLst>
                </p:cNvPr>
                <p:cNvSpPr/>
                <p:nvPr/>
              </p:nvSpPr>
              <p:spPr>
                <a:xfrm>
                  <a:off x="5602981" y="2407169"/>
                  <a:ext cx="542605" cy="542604"/>
                </a:xfrm>
                <a:prstGeom prst="ellipse">
                  <a:avLst/>
                </a:prstGeom>
                <a:solidFill>
                  <a:schemeClr val="bg1"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091664B4-CBAB-4C6B-A1A2-5CA4D62CF50F}"/>
                    </a:ext>
                  </a:extLst>
                </p:cNvPr>
                <p:cNvSpPr/>
                <p:nvPr/>
              </p:nvSpPr>
              <p:spPr>
                <a:xfrm>
                  <a:off x="5678679" y="2482867"/>
                  <a:ext cx="391209" cy="391208"/>
                </a:xfrm>
                <a:prstGeom prst="ellipse">
                  <a:avLst/>
                </a:prstGeom>
                <a:solidFill>
                  <a:srgbClr val="FB6F18"/>
                </a:solidFill>
                <a:ln>
                  <a:noFill/>
                </a:ln>
                <a:effectLst>
                  <a:outerShdw blurRad="215900" dist="25400" dir="5400000" sx="97000" sy="97000" algn="t" rotWithShape="0">
                    <a:prstClr val="black">
                      <a:alpha val="3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54E05A25-4C3F-45B6-9E45-E15702E292E0}"/>
                    </a:ext>
                  </a:extLst>
                </p:cNvPr>
                <p:cNvSpPr txBox="1"/>
                <p:nvPr/>
              </p:nvSpPr>
              <p:spPr>
                <a:xfrm>
                  <a:off x="5664931" y="2509194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  <a:latin typeface="Calibri (Headings)"/>
                    </a:rPr>
                    <a:t>04</a:t>
                  </a:r>
                  <a:endParaRPr lang="en-IN" dirty="0">
                    <a:solidFill>
                      <a:schemeClr val="bg1"/>
                    </a:solidFill>
                    <a:latin typeface="Calibri (Headings)"/>
                  </a:endParaRPr>
                </a:p>
              </p:txBody>
            </p:sp>
          </p:grp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A6F7661-C4EA-477E-BEA0-CFDBEDB5DF52}"/>
                  </a:ext>
                </a:extLst>
              </p:cNvPr>
              <p:cNvSpPr txBox="1"/>
              <p:nvPr/>
            </p:nvSpPr>
            <p:spPr>
              <a:xfrm>
                <a:off x="6315721" y="2503039"/>
                <a:ext cx="4703260" cy="3508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9170">
                  <a:spcBef>
                    <a:spcPct val="20000"/>
                  </a:spcBef>
                  <a:defRPr/>
                </a:pPr>
                <a:r>
                  <a:rPr lang="en-US" b="1" dirty="0">
                    <a:solidFill>
                      <a:schemeClr val="bg1"/>
                    </a:solidFill>
                    <a:latin typeface="Calibri (Headings)"/>
                  </a:rPr>
                  <a:t>Practicals done / Projects handled (in detail) </a:t>
                </a:r>
              </a:p>
              <a:p>
                <a:pPr defTabSz="1219170">
                  <a:spcBef>
                    <a:spcPct val="20000"/>
                  </a:spcBef>
                  <a:defRPr/>
                </a:pPr>
                <a:endParaRPr lang="en-US" sz="400" b="1" dirty="0">
                  <a:solidFill>
                    <a:schemeClr val="bg1"/>
                  </a:solidFill>
                  <a:latin typeface="Calibri (Headings)"/>
                </a:endParaRP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E6D19C9E-4EBE-42C0-BC20-A35ED9A5FECF}"/>
                </a:ext>
              </a:extLst>
            </p:cNvPr>
            <p:cNvGrpSpPr/>
            <p:nvPr/>
          </p:nvGrpSpPr>
          <p:grpSpPr>
            <a:xfrm>
              <a:off x="5602981" y="3157700"/>
              <a:ext cx="5416000" cy="542604"/>
              <a:chOff x="5602981" y="3157700"/>
              <a:chExt cx="5416000" cy="542604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68ECD264-F655-47FC-933E-721533A4D5D6}"/>
                  </a:ext>
                </a:extLst>
              </p:cNvPr>
              <p:cNvGrpSpPr/>
              <p:nvPr/>
            </p:nvGrpSpPr>
            <p:grpSpPr>
              <a:xfrm>
                <a:off x="5602981" y="3157700"/>
                <a:ext cx="542605" cy="542604"/>
                <a:chOff x="5602981" y="3157700"/>
                <a:chExt cx="542605" cy="542604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3D1AB41E-F117-4CAF-BC91-777AD0F3AFEB}"/>
                    </a:ext>
                  </a:extLst>
                </p:cNvPr>
                <p:cNvSpPr/>
                <p:nvPr/>
              </p:nvSpPr>
              <p:spPr>
                <a:xfrm>
                  <a:off x="5602981" y="3157700"/>
                  <a:ext cx="542605" cy="542604"/>
                </a:xfrm>
                <a:prstGeom prst="ellipse">
                  <a:avLst/>
                </a:prstGeom>
                <a:solidFill>
                  <a:schemeClr val="bg1"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EA57789C-E73A-4AF5-B9B3-CD49AF4F83BC}"/>
                    </a:ext>
                  </a:extLst>
                </p:cNvPr>
                <p:cNvSpPr/>
                <p:nvPr/>
              </p:nvSpPr>
              <p:spPr>
                <a:xfrm>
                  <a:off x="5678679" y="3233398"/>
                  <a:ext cx="391209" cy="391208"/>
                </a:xfrm>
                <a:prstGeom prst="ellipse">
                  <a:avLst/>
                </a:prstGeom>
                <a:solidFill>
                  <a:srgbClr val="F14961"/>
                </a:solidFill>
                <a:ln>
                  <a:noFill/>
                </a:ln>
                <a:effectLst>
                  <a:outerShdw blurRad="215900" dist="25400" dir="5400000" sx="97000" sy="97000" algn="t" rotWithShape="0">
                    <a:prstClr val="black">
                      <a:alpha val="3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FF90337-694F-4C96-A84C-206FCD86E4F8}"/>
                    </a:ext>
                  </a:extLst>
                </p:cNvPr>
                <p:cNvSpPr txBox="1"/>
                <p:nvPr/>
              </p:nvSpPr>
              <p:spPr>
                <a:xfrm>
                  <a:off x="5664931" y="3259725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  <a:latin typeface="Calibri (Headings)"/>
                    </a:rPr>
                    <a:t>05</a:t>
                  </a:r>
                  <a:endParaRPr lang="en-IN" dirty="0">
                    <a:solidFill>
                      <a:schemeClr val="bg1"/>
                    </a:solidFill>
                    <a:latin typeface="Calibri (Headings)"/>
                  </a:endParaRPr>
                </a:p>
              </p:txBody>
            </p:sp>
          </p:grp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927B622-8E38-49C5-AFEB-873B2AAFD3F6}"/>
                  </a:ext>
                </a:extLst>
              </p:cNvPr>
              <p:cNvSpPr txBox="1"/>
              <p:nvPr/>
            </p:nvSpPr>
            <p:spPr>
              <a:xfrm>
                <a:off x="6315721" y="3253570"/>
                <a:ext cx="4703260" cy="3508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9170">
                  <a:spcBef>
                    <a:spcPct val="20000"/>
                  </a:spcBef>
                  <a:defRPr/>
                </a:pPr>
                <a:r>
                  <a:rPr lang="en-US" b="1" dirty="0">
                    <a:solidFill>
                      <a:schemeClr val="bg1"/>
                    </a:solidFill>
                    <a:latin typeface="Calibri (Headings)"/>
                  </a:rPr>
                  <a:t>Coding used (if any)</a:t>
                </a:r>
              </a:p>
              <a:p>
                <a:pPr defTabSz="1219170">
                  <a:spcBef>
                    <a:spcPct val="20000"/>
                  </a:spcBef>
                  <a:defRPr/>
                </a:pPr>
                <a:endParaRPr lang="en-US" sz="400" b="1" dirty="0">
                  <a:solidFill>
                    <a:schemeClr val="bg1"/>
                  </a:solidFill>
                  <a:latin typeface="Calibri (Headings)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30D3C81A-5CA0-4478-B775-AB5EB8D8EFDD}"/>
                </a:ext>
              </a:extLst>
            </p:cNvPr>
            <p:cNvGrpSpPr/>
            <p:nvPr/>
          </p:nvGrpSpPr>
          <p:grpSpPr>
            <a:xfrm>
              <a:off x="5602981" y="3908231"/>
              <a:ext cx="5416000" cy="542604"/>
              <a:chOff x="5602981" y="3908231"/>
              <a:chExt cx="5416000" cy="542604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9CC0D84B-3DE0-4272-A50B-53A52C5159BF}"/>
                  </a:ext>
                </a:extLst>
              </p:cNvPr>
              <p:cNvGrpSpPr/>
              <p:nvPr/>
            </p:nvGrpSpPr>
            <p:grpSpPr>
              <a:xfrm>
                <a:off x="5602981" y="3908231"/>
                <a:ext cx="542605" cy="542604"/>
                <a:chOff x="5602981" y="3908231"/>
                <a:chExt cx="542605" cy="542604"/>
              </a:xfrm>
            </p:grpSpPr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058800A9-856E-4600-872D-750DEB930DDF}"/>
                    </a:ext>
                  </a:extLst>
                </p:cNvPr>
                <p:cNvSpPr/>
                <p:nvPr/>
              </p:nvSpPr>
              <p:spPr>
                <a:xfrm>
                  <a:off x="5602981" y="3908231"/>
                  <a:ext cx="542605" cy="542604"/>
                </a:xfrm>
                <a:prstGeom prst="ellipse">
                  <a:avLst/>
                </a:prstGeom>
                <a:solidFill>
                  <a:schemeClr val="bg1"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F57621A8-2C6C-4408-B0A6-9C94240CCDAF}"/>
                    </a:ext>
                  </a:extLst>
                </p:cNvPr>
                <p:cNvSpPr/>
                <p:nvPr/>
              </p:nvSpPr>
              <p:spPr>
                <a:xfrm>
                  <a:off x="5678679" y="3983929"/>
                  <a:ext cx="391209" cy="391208"/>
                </a:xfrm>
                <a:prstGeom prst="ellipse">
                  <a:avLst/>
                </a:prstGeom>
                <a:solidFill>
                  <a:srgbClr val="C14A8B"/>
                </a:solidFill>
                <a:ln>
                  <a:noFill/>
                </a:ln>
                <a:effectLst>
                  <a:outerShdw blurRad="215900" dist="25400" dir="5400000" sx="97000" sy="97000" algn="t" rotWithShape="0">
                    <a:prstClr val="black">
                      <a:alpha val="3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F28784BF-4328-4756-93E8-FD2D5658E9B4}"/>
                    </a:ext>
                  </a:extLst>
                </p:cNvPr>
                <p:cNvSpPr txBox="1"/>
                <p:nvPr/>
              </p:nvSpPr>
              <p:spPr>
                <a:xfrm>
                  <a:off x="5664931" y="4010256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  <a:latin typeface="Calibri (Headings)"/>
                    </a:rPr>
                    <a:t>06</a:t>
                  </a:r>
                  <a:endParaRPr lang="en-IN" dirty="0">
                    <a:solidFill>
                      <a:schemeClr val="bg1"/>
                    </a:solidFill>
                    <a:latin typeface="Calibri (Headings)"/>
                  </a:endParaRPr>
                </a:p>
              </p:txBody>
            </p:sp>
          </p:grp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8EDA6ED-ACC9-4510-B2D4-96F44536D013}"/>
                  </a:ext>
                </a:extLst>
              </p:cNvPr>
              <p:cNvSpPr txBox="1"/>
              <p:nvPr/>
            </p:nvSpPr>
            <p:spPr>
              <a:xfrm>
                <a:off x="6315721" y="4004101"/>
                <a:ext cx="4703260" cy="3508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9170">
                  <a:spcBef>
                    <a:spcPct val="20000"/>
                  </a:spcBef>
                  <a:defRPr/>
                </a:pPr>
                <a:r>
                  <a:rPr lang="en-US" b="1" dirty="0">
                    <a:solidFill>
                      <a:schemeClr val="bg1"/>
                    </a:solidFill>
                    <a:latin typeface="Calibri (Headings)"/>
                  </a:rPr>
                  <a:t>Advantages &amp; disadvantages </a:t>
                </a:r>
              </a:p>
              <a:p>
                <a:pPr defTabSz="1219170">
                  <a:spcBef>
                    <a:spcPct val="20000"/>
                  </a:spcBef>
                  <a:defRPr/>
                </a:pPr>
                <a:endParaRPr lang="en-US" sz="400" b="1" dirty="0">
                  <a:solidFill>
                    <a:schemeClr val="bg1"/>
                  </a:solidFill>
                  <a:latin typeface="Calibri (Headings)"/>
                </a:endParaRP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6826FBEB-3A6E-4F63-98D0-2E8D62B6FE4F}"/>
                </a:ext>
              </a:extLst>
            </p:cNvPr>
            <p:cNvGrpSpPr/>
            <p:nvPr/>
          </p:nvGrpSpPr>
          <p:grpSpPr>
            <a:xfrm>
              <a:off x="5602981" y="4658762"/>
              <a:ext cx="5416000" cy="542604"/>
              <a:chOff x="5602981" y="4658762"/>
              <a:chExt cx="5416000" cy="542604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1D95C53A-5A94-41A4-911A-37ECC1CAD136}"/>
                  </a:ext>
                </a:extLst>
              </p:cNvPr>
              <p:cNvGrpSpPr/>
              <p:nvPr/>
            </p:nvGrpSpPr>
            <p:grpSpPr>
              <a:xfrm>
                <a:off x="5602981" y="4658762"/>
                <a:ext cx="542605" cy="542604"/>
                <a:chOff x="5602981" y="4658762"/>
                <a:chExt cx="542605" cy="542604"/>
              </a:xfrm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38DB662C-7A83-4ECA-906B-DAB161201B54}"/>
                    </a:ext>
                  </a:extLst>
                </p:cNvPr>
                <p:cNvSpPr/>
                <p:nvPr/>
              </p:nvSpPr>
              <p:spPr>
                <a:xfrm>
                  <a:off x="5602981" y="4658762"/>
                  <a:ext cx="542605" cy="542604"/>
                </a:xfrm>
                <a:prstGeom prst="ellipse">
                  <a:avLst/>
                </a:prstGeom>
                <a:solidFill>
                  <a:schemeClr val="bg1"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2F6BF475-D6B7-423C-89D9-564F967CCC0D}"/>
                    </a:ext>
                  </a:extLst>
                </p:cNvPr>
                <p:cNvSpPr/>
                <p:nvPr/>
              </p:nvSpPr>
              <p:spPr>
                <a:xfrm>
                  <a:off x="5678679" y="4734460"/>
                  <a:ext cx="391209" cy="391208"/>
                </a:xfrm>
                <a:prstGeom prst="ellipse">
                  <a:avLst/>
                </a:prstGeom>
                <a:solidFill>
                  <a:srgbClr val="FB6F18"/>
                </a:solidFill>
                <a:ln>
                  <a:noFill/>
                </a:ln>
                <a:effectLst>
                  <a:outerShdw blurRad="215900" dist="25400" dir="5400000" sx="97000" sy="97000" algn="t" rotWithShape="0">
                    <a:prstClr val="black">
                      <a:alpha val="3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A6528AA-8C8B-4829-AE73-758471F77075}"/>
                    </a:ext>
                  </a:extLst>
                </p:cNvPr>
                <p:cNvSpPr txBox="1"/>
                <p:nvPr/>
              </p:nvSpPr>
              <p:spPr>
                <a:xfrm>
                  <a:off x="5664931" y="4760787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  <a:latin typeface="Calibri (Headings)"/>
                    </a:rPr>
                    <a:t>07</a:t>
                  </a:r>
                  <a:endParaRPr lang="en-IN" dirty="0">
                    <a:solidFill>
                      <a:schemeClr val="bg1"/>
                    </a:solidFill>
                    <a:latin typeface="Calibri (Headings)"/>
                  </a:endParaRPr>
                </a:p>
              </p:txBody>
            </p:sp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1A5B378-24B2-4DA1-B3F6-2F8ACDE1A921}"/>
                  </a:ext>
                </a:extLst>
              </p:cNvPr>
              <p:cNvSpPr txBox="1"/>
              <p:nvPr/>
            </p:nvSpPr>
            <p:spPr>
              <a:xfrm>
                <a:off x="6315721" y="4754632"/>
                <a:ext cx="4703260" cy="3508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9170">
                  <a:spcBef>
                    <a:spcPct val="20000"/>
                  </a:spcBef>
                  <a:defRPr/>
                </a:pPr>
                <a:r>
                  <a:rPr lang="en-US" b="1" dirty="0">
                    <a:solidFill>
                      <a:schemeClr val="bg1"/>
                    </a:solidFill>
                    <a:latin typeface="Calibri (Headings)"/>
                  </a:rPr>
                  <a:t>Applications </a:t>
                </a:r>
              </a:p>
              <a:p>
                <a:pPr defTabSz="1219170">
                  <a:spcBef>
                    <a:spcPct val="20000"/>
                  </a:spcBef>
                  <a:defRPr/>
                </a:pPr>
                <a:endParaRPr lang="en-US" sz="400" b="1" dirty="0">
                  <a:solidFill>
                    <a:schemeClr val="bg1"/>
                  </a:solidFill>
                  <a:latin typeface="Calibri (Headings)"/>
                </a:endParaRP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C11228E1-EE7A-42E4-BABB-E6F5BB079233}"/>
                </a:ext>
              </a:extLst>
            </p:cNvPr>
            <p:cNvGrpSpPr/>
            <p:nvPr/>
          </p:nvGrpSpPr>
          <p:grpSpPr>
            <a:xfrm>
              <a:off x="5602981" y="5409293"/>
              <a:ext cx="5416000" cy="542604"/>
              <a:chOff x="5602981" y="5409293"/>
              <a:chExt cx="5416000" cy="542604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28E8DED7-6309-4DB9-8BD3-11873E96D0D1}"/>
                  </a:ext>
                </a:extLst>
              </p:cNvPr>
              <p:cNvGrpSpPr/>
              <p:nvPr/>
            </p:nvGrpSpPr>
            <p:grpSpPr>
              <a:xfrm>
                <a:off x="5602981" y="5409293"/>
                <a:ext cx="542605" cy="542604"/>
                <a:chOff x="5602981" y="5409293"/>
                <a:chExt cx="542605" cy="542604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B63096D7-CA35-424B-BA6C-6C3646590DBD}"/>
                    </a:ext>
                  </a:extLst>
                </p:cNvPr>
                <p:cNvSpPr/>
                <p:nvPr/>
              </p:nvSpPr>
              <p:spPr>
                <a:xfrm>
                  <a:off x="5602981" y="5409293"/>
                  <a:ext cx="542605" cy="542604"/>
                </a:xfrm>
                <a:prstGeom prst="ellipse">
                  <a:avLst/>
                </a:prstGeom>
                <a:solidFill>
                  <a:schemeClr val="bg1"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333B1D86-3142-4625-B7B1-C87EE0DFB8C1}"/>
                    </a:ext>
                  </a:extLst>
                </p:cNvPr>
                <p:cNvSpPr/>
                <p:nvPr/>
              </p:nvSpPr>
              <p:spPr>
                <a:xfrm>
                  <a:off x="5678679" y="5484991"/>
                  <a:ext cx="391209" cy="391208"/>
                </a:xfrm>
                <a:prstGeom prst="ellipse">
                  <a:avLst/>
                </a:prstGeom>
                <a:solidFill>
                  <a:srgbClr val="F14961"/>
                </a:solidFill>
                <a:ln>
                  <a:noFill/>
                </a:ln>
                <a:effectLst>
                  <a:outerShdw blurRad="215900" dist="25400" dir="5400000" sx="97000" sy="97000" algn="t" rotWithShape="0">
                    <a:prstClr val="black">
                      <a:alpha val="3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>
                    <a:latin typeface="Calibri (Headings)"/>
                  </a:endParaRP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38DEC23B-0BD7-4352-8DBC-E5DD2398808B}"/>
                    </a:ext>
                  </a:extLst>
                </p:cNvPr>
                <p:cNvSpPr txBox="1"/>
                <p:nvPr/>
              </p:nvSpPr>
              <p:spPr>
                <a:xfrm>
                  <a:off x="5664931" y="5511318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1"/>
                      </a:solidFill>
                      <a:latin typeface="Calibri (Headings)"/>
                    </a:rPr>
                    <a:t>08</a:t>
                  </a:r>
                  <a:endParaRPr lang="en-IN" dirty="0">
                    <a:solidFill>
                      <a:schemeClr val="bg1"/>
                    </a:solidFill>
                    <a:latin typeface="Calibri (Headings)"/>
                  </a:endParaRPr>
                </a:p>
              </p:txBody>
            </p:sp>
          </p:grp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68EACB1-0B1F-4CFF-806B-97B4BE944764}"/>
                  </a:ext>
                </a:extLst>
              </p:cNvPr>
              <p:cNvSpPr txBox="1"/>
              <p:nvPr/>
            </p:nvSpPr>
            <p:spPr>
              <a:xfrm>
                <a:off x="6315721" y="5505163"/>
                <a:ext cx="4703260" cy="3508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9170">
                  <a:spcBef>
                    <a:spcPct val="20000"/>
                  </a:spcBef>
                  <a:defRPr/>
                </a:pPr>
                <a:r>
                  <a:rPr lang="en-US" b="1" dirty="0">
                    <a:solidFill>
                      <a:schemeClr val="bg1"/>
                    </a:solidFill>
                    <a:latin typeface="Calibri (Headings)"/>
                  </a:rPr>
                  <a:t>Conclusion  </a:t>
                </a:r>
              </a:p>
              <a:p>
                <a:pPr defTabSz="1219170">
                  <a:spcBef>
                    <a:spcPct val="20000"/>
                  </a:spcBef>
                  <a:defRPr/>
                </a:pPr>
                <a:endParaRPr lang="en-US" sz="400" b="1" dirty="0">
                  <a:solidFill>
                    <a:schemeClr val="bg1"/>
                  </a:solidFill>
                  <a:latin typeface="Calibri (Headings)"/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79D59C5D-B904-457C-BD13-5F251DF3F1BA}"/>
                </a:ext>
              </a:extLst>
            </p:cNvPr>
            <p:cNvGrpSpPr/>
            <p:nvPr/>
          </p:nvGrpSpPr>
          <p:grpSpPr>
            <a:xfrm>
              <a:off x="5602981" y="6159821"/>
              <a:ext cx="5416000" cy="542604"/>
              <a:chOff x="5602981" y="6159821"/>
              <a:chExt cx="5416000" cy="542604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2F6529C8-725D-44EA-81BE-9885C39773A5}"/>
                  </a:ext>
                </a:extLst>
              </p:cNvPr>
              <p:cNvGrpSpPr/>
              <p:nvPr/>
            </p:nvGrpSpPr>
            <p:grpSpPr>
              <a:xfrm>
                <a:off x="5602981" y="6159821"/>
                <a:ext cx="542605" cy="542604"/>
                <a:chOff x="5602981" y="6159821"/>
                <a:chExt cx="542605" cy="542604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58877D0A-8707-4718-AF22-1CEE2DFD742F}"/>
                    </a:ext>
                  </a:extLst>
                </p:cNvPr>
                <p:cNvSpPr/>
                <p:nvPr/>
              </p:nvSpPr>
              <p:spPr>
                <a:xfrm>
                  <a:off x="5602981" y="6159821"/>
                  <a:ext cx="542605" cy="542604"/>
                </a:xfrm>
                <a:prstGeom prst="ellipse">
                  <a:avLst/>
                </a:prstGeom>
                <a:solidFill>
                  <a:schemeClr val="bg1"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00">
                    <a:latin typeface="Calibri (Headings)"/>
                  </a:endParaRP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37CB9456-437F-435B-959E-2ADF03E28648}"/>
                    </a:ext>
                  </a:extLst>
                </p:cNvPr>
                <p:cNvSpPr/>
                <p:nvPr/>
              </p:nvSpPr>
              <p:spPr>
                <a:xfrm>
                  <a:off x="5678679" y="6235519"/>
                  <a:ext cx="391209" cy="391208"/>
                </a:xfrm>
                <a:prstGeom prst="ellipse">
                  <a:avLst/>
                </a:prstGeom>
                <a:solidFill>
                  <a:srgbClr val="C14A8B"/>
                </a:solidFill>
                <a:ln>
                  <a:noFill/>
                </a:ln>
                <a:effectLst>
                  <a:outerShdw blurRad="215900" dist="25400" dir="5400000" sx="97000" sy="97000" algn="t" rotWithShape="0">
                    <a:prstClr val="black">
                      <a:alpha val="35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2000">
                    <a:latin typeface="Calibri (Headings)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666F58BA-8B9F-41AD-A54E-9739A8B00496}"/>
                    </a:ext>
                  </a:extLst>
                </p:cNvPr>
                <p:cNvSpPr txBox="1"/>
                <p:nvPr/>
              </p:nvSpPr>
              <p:spPr>
                <a:xfrm>
                  <a:off x="5652107" y="6261846"/>
                  <a:ext cx="44435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chemeClr val="bg1"/>
                      </a:solidFill>
                      <a:latin typeface="Calibri (Headings)"/>
                    </a:rPr>
                    <a:t>09</a:t>
                  </a:r>
                  <a:endParaRPr lang="en-IN" sz="2000" dirty="0">
                    <a:solidFill>
                      <a:schemeClr val="bg1"/>
                    </a:solidFill>
                    <a:latin typeface="Calibri (Headings)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D6889C7-41D3-4B14-9827-D0E2BDAF2C0C}"/>
                  </a:ext>
                </a:extLst>
              </p:cNvPr>
              <p:cNvSpPr txBox="1"/>
              <p:nvPr/>
            </p:nvSpPr>
            <p:spPr>
              <a:xfrm>
                <a:off x="6315721" y="6255691"/>
                <a:ext cx="4703260" cy="35086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9170">
                  <a:spcBef>
                    <a:spcPct val="20000"/>
                  </a:spcBef>
                  <a:defRPr/>
                </a:pPr>
                <a:r>
                  <a:rPr lang="en-US" b="1" dirty="0">
                    <a:solidFill>
                      <a:schemeClr val="bg1"/>
                    </a:solidFill>
                    <a:latin typeface="Calibri (Headings)"/>
                  </a:rPr>
                  <a:t>Bibliography   </a:t>
                </a:r>
              </a:p>
              <a:p>
                <a:pPr defTabSz="1219170">
                  <a:spcBef>
                    <a:spcPct val="20000"/>
                  </a:spcBef>
                  <a:defRPr/>
                </a:pPr>
                <a:endParaRPr lang="en-US" sz="400" b="1" dirty="0">
                  <a:solidFill>
                    <a:schemeClr val="bg1"/>
                  </a:solidFill>
                  <a:latin typeface="Calibri (Headings)"/>
                </a:endParaRPr>
              </a:p>
            </p:txBody>
          </p:sp>
        </p:grpSp>
      </p:grpSp>
      <p:pic>
        <p:nvPicPr>
          <p:cNvPr id="101" name="Picture 4" descr="Iot">
            <a:extLst>
              <a:ext uri="{FF2B5EF4-FFF2-40B4-BE49-F238E27FC236}">
                <a16:creationId xmlns:a16="http://schemas.microsoft.com/office/drawing/2014/main" id="{B6752DB3-09F3-4016-BA35-564C72229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943" y="6151765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ADE14D2-48AD-41F4-AFDE-9DCDB185E4AC}"/>
              </a:ext>
            </a:extLst>
          </p:cNvPr>
          <p:cNvGrpSpPr/>
          <p:nvPr/>
        </p:nvGrpSpPr>
        <p:grpSpPr>
          <a:xfrm>
            <a:off x="437858" y="2208267"/>
            <a:ext cx="4775165" cy="2441467"/>
            <a:chOff x="437858" y="2062516"/>
            <a:chExt cx="4775165" cy="2441467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40E36ADD-637F-4D8C-A2C3-7F1B8D5C6EB8}"/>
                </a:ext>
              </a:extLst>
            </p:cNvPr>
            <p:cNvGrpSpPr/>
            <p:nvPr/>
          </p:nvGrpSpPr>
          <p:grpSpPr>
            <a:xfrm>
              <a:off x="437858" y="2354018"/>
              <a:ext cx="4775165" cy="2149965"/>
              <a:chOff x="409577" y="2369072"/>
              <a:chExt cx="4775165" cy="2149965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1DF3A9-A4CE-44DB-98E0-BD66152845A7}"/>
                  </a:ext>
                </a:extLst>
              </p:cNvPr>
              <p:cNvSpPr txBox="1"/>
              <p:nvPr/>
            </p:nvSpPr>
            <p:spPr>
              <a:xfrm>
                <a:off x="409577" y="2369072"/>
                <a:ext cx="4681865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(Headings)"/>
                    <a:cs typeface="Arial" panose="020B0604020202020204" pitchFamily="34" charset="0"/>
                  </a:rPr>
                  <a:t>Table Of Contents </a:t>
                </a:r>
                <a:endParaRPr lang="ko-KR" altLang="en-US" sz="44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(Headings)"/>
                  <a:cs typeface="Arial" panose="020B0604020202020204" pitchFamily="34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31AFEE-A678-47CA-9769-4C31BB411874}"/>
                  </a:ext>
                </a:extLst>
              </p:cNvPr>
              <p:cNvSpPr txBox="1"/>
              <p:nvPr/>
            </p:nvSpPr>
            <p:spPr>
              <a:xfrm>
                <a:off x="409577" y="3441819"/>
                <a:ext cx="4775165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Lorem ipsum dolor sit </a:t>
                </a:r>
                <a:r>
                  <a:rPr lang="en-US" sz="16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amet</a:t>
                </a:r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, consectetur </a:t>
                </a:r>
                <a:r>
                  <a:rPr lang="en-US" sz="16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adipiscing</a:t>
                </a:r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 elit, sed do eiusmod </a:t>
                </a:r>
                <a:r>
                  <a:rPr lang="en-US" sz="16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tempor</a:t>
                </a:r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incididunt</a:t>
                </a:r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ut</a:t>
                </a:r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 labore et dolore magna </a:t>
                </a:r>
                <a:r>
                  <a:rPr lang="en-US" sz="16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aliqua</a:t>
                </a:r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. Ut </a:t>
                </a:r>
                <a:r>
                  <a:rPr lang="en-US" sz="16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enim</a:t>
                </a:r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 ad minim </a:t>
                </a:r>
                <a:r>
                  <a:rPr lang="en-US" sz="16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veniam</a:t>
                </a:r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, </a:t>
                </a:r>
                <a:r>
                  <a:rPr lang="en-US" sz="16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quis</a:t>
                </a:r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nostrud</a:t>
                </a:r>
                <a:r>
                  <a:rPr 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libri Light (Body)"/>
                  </a:rPr>
                  <a:t> exercitation. </a:t>
                </a:r>
              </a:p>
            </p:txBody>
          </p: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14C8812B-F98F-4F90-9641-493C6F93AB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577" y="3290166"/>
                <a:ext cx="4765538" cy="0"/>
              </a:xfrm>
              <a:prstGeom prst="line">
                <a:avLst/>
              </a:prstGeom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Title 1">
              <a:extLst>
                <a:ext uri="{FF2B5EF4-FFF2-40B4-BE49-F238E27FC236}">
                  <a16:creationId xmlns:a16="http://schemas.microsoft.com/office/drawing/2014/main" id="{4944C456-A9BB-4383-9F37-88A91E8B7718}"/>
                </a:ext>
              </a:extLst>
            </p:cNvPr>
            <p:cNvSpPr txBox="1">
              <a:spLocks/>
            </p:cNvSpPr>
            <p:nvPr/>
          </p:nvSpPr>
          <p:spPr>
            <a:xfrm>
              <a:off x="437858" y="2062516"/>
              <a:ext cx="3133724" cy="249299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algn="ctr" defTabSz="685766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5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800" spc="300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Internet Of Things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1496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(Headings)</vt:lpstr>
      <vt:lpstr>Calibri Light</vt:lpstr>
      <vt:lpstr>Calibri Light (Body)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 Solutions</dc:creator>
  <cp:lastModifiedBy>Bharani Rangasamy</cp:lastModifiedBy>
  <cp:revision>1</cp:revision>
  <dcterms:created xsi:type="dcterms:W3CDTF">2022-02-22T07:40:11Z</dcterms:created>
  <dcterms:modified xsi:type="dcterms:W3CDTF">2025-12-02T17:47:21Z</dcterms:modified>
</cp:coreProperties>
</file>